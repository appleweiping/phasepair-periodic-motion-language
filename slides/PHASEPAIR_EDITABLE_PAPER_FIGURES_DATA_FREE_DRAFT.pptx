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e028fa4f440e1" /><Relationship Type="http://schemas.openxmlformats.org/officeDocument/2006/relationships/extended-properties" Target="/docProps/app.xml" Id="R154d4897dc9e4bf1" /><Relationship Type="http://schemas.openxmlformats.org/officeDocument/2006/relationships/officeDocument" Target="/ppt/presentation.xml" Id="Rdb1b5d4bb39448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1ecd74878b420e"/>
  </p:sldMasterIdLst>
  <p:notesMasterIdLst>
    <p:notesMasterId xmlns:r="http://schemas.openxmlformats.org/officeDocument/2006/relationships" r:id="Rcbfe7463190f4ed6"/>
  </p:notesMasterIdLst>
  <p:sldIdLst>
    <p:sldId xmlns:r="http://schemas.openxmlformats.org/officeDocument/2006/relationships" id="256" r:id="R476fb54e7981421e"/>
    <p:sldId xmlns:r="http://schemas.openxmlformats.org/officeDocument/2006/relationships" id="257" r:id="R85111571253b448e"/>
    <p:sldId xmlns:r="http://schemas.openxmlformats.org/officeDocument/2006/relationships" id="258" r:id="Rada8f5eb92864655"/>
    <p:sldId xmlns:r="http://schemas.openxmlformats.org/officeDocument/2006/relationships" id="259" r:id="Rfd5baf8c7e4b4b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fbbab995b14d35" /><Relationship Type="http://schemas.openxmlformats.org/officeDocument/2006/relationships/slideMaster" Target="/ppt/slideMasters/slideMaster1.xml" Id="R361ecd74878b420e" /><Relationship Type="http://schemas.openxmlformats.org/officeDocument/2006/relationships/notesMaster" Target="/ppt/notesMasters/notesMaster1.xml" Id="Rcbfe7463190f4ed6" /><Relationship Type="http://schemas.openxmlformats.org/officeDocument/2006/relationships/presProps" Target="/ppt/presProps.xml" Id="R795a16c11c024ee9" /><Relationship Type="http://schemas.openxmlformats.org/officeDocument/2006/relationships/tableStyles" Target="/ppt/tableStyles.xml" Id="R8b2bdf2dc90a4875" /><Relationship Type="http://schemas.openxmlformats.org/officeDocument/2006/relationships/slide" Target="/ppt/slides/slide1.xml" Id="R476fb54e7981421e" /><Relationship Type="http://schemas.openxmlformats.org/officeDocument/2006/relationships/slide" Target="/ppt/slides/slide2.xml" Id="R85111571253b448e" /><Relationship Type="http://schemas.openxmlformats.org/officeDocument/2006/relationships/slide" Target="/ppt/slides/slide3.xml" Id="Rada8f5eb92864655" /><Relationship Type="http://schemas.openxmlformats.org/officeDocument/2006/relationships/slide" Target="/ppt/slides/slide4.xml" Id="Rfd5baf8c7e4b4b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e081afbe164a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c32af7de124c1c" /><Relationship Type="http://schemas.openxmlformats.org/officeDocument/2006/relationships/notesMaster" Target="/ppt/notesMasters/notesMaster1.xml" Id="R4f13abe4c4b240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e37239f91f465c" /><Relationship Type="http://schemas.openxmlformats.org/officeDocument/2006/relationships/notesMaster" Target="/ppt/notesMasters/notesMaster1.xml" Id="R5d9f4b2c1018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e61da0653845da" /><Relationship Type="http://schemas.openxmlformats.org/officeDocument/2006/relationships/notesMaster" Target="/ppt/notesMasters/notesMaster1.xml" Id="Rae539415660440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28f4df0dda451a" /><Relationship Type="http://schemas.openxmlformats.org/officeDocument/2006/relationships/notesMaster" Target="/ppt/notesMasters/notesMaster1.xml" Id="Rb8aaf27cf0174d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docs/phasepair_research_contract_20260824_165840.md</a:t>
            </a:r>
          </a:p>
          <a:p xmlns:a="http://schemas.openxmlformats.org/drawingml/2006/main">
            <a:r>
              <a:t>- docs/PHASEPAIR_EXPERIMENT_PLAN_20260824_165840.md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docs/phasepair_research_contract_20260824_165840.md</a:t>
            </a:r>
          </a:p>
          <a:p xmlns:a="http://schemas.openxmlformats.org/drawingml/2006/main">
            <a:r>
              <a:t>- docs/PHASEPAIR_SIGNAL_SPEC_20260824_165840.md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docs/PHASEPAIR_SIGNAL_SPEC_20260824_165840.md</a:t>
            </a:r>
          </a:p>
          <a:p xmlns:a="http://schemas.openxmlformats.org/drawingml/2006/main">
            <a:r>
              <a:t>- docs/PHASEPAIR_MIME_REIMPLEMENTATION_SPEC_20260824_165840.md</a:t>
            </a:r>
          </a:p>
          <a:p xmlns:a="http://schemas.openxmlformats.org/drawingml/2006/main">
            <a:r>
              <a:t>- docs/EXPERIMENT_IMPLEMENTATION_REPORT_20260824_220209.md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docs/PHASEPAIR_EXPERIMENT_PLAN_20260824_165840.md</a:t>
            </a:r>
          </a:p>
          <a:p xmlns:a="http://schemas.openxmlformats.org/drawingml/2006/main">
            <a:r>
              <a:t>- docs/phasepair_research_contract_20260824_165840.md</a:t>
            </a:r>
          </a:p>
          <a:p xmlns:a="http://schemas.openxmlformats.org/drawingml/2006/main">
            <a:r>
              <a:t>- docs/EXPERIMENT_CODE_REVIEW_20260824_220209.md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d728c830040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3a70eeec540e9" /><Relationship Type="http://schemas.openxmlformats.org/officeDocument/2006/relationships/slideLayout" Target="/ppt/slideLayouts/slideLayout1.xml" Id="R6cbf96dab77044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bf96dab770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0308b14cc49e1" /><Relationship Type="http://schemas.openxmlformats.org/officeDocument/2006/relationships/notesSlide" Target="/ppt/notesSlides/notesSlide1.xml" Id="R0232c92ba76149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afdcf34ba4763" /><Relationship Type="http://schemas.openxmlformats.org/officeDocument/2006/relationships/notesSlide" Target="/ppt/notesSlides/notesSlide2.xml" Id="R8b6b1e82072d47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ec87d8514485e" /><Relationship Type="http://schemas.openxmlformats.org/officeDocument/2006/relationships/notesSlide" Target="/ppt/notesSlides/notesSlide3.xml" Id="R20748a1ed13340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d2a554e1f4f48" /><Relationship Type="http://schemas.openxmlformats.org/officeDocument/2006/relationships/notesSlide" Target="/ppt/notesSlides/notesSlide4.xml" Id="R08f4db785a204b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47716C4-7B08-4116-A48C-D9B16E05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ICASSP PAPER FIGURE SOURCE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717D69B-5DB7-4E22-8B9A-DABC56A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PhasePair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E697A30-92B2-4BDC-BB6D-040BAC1F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Score-symmetric dyadic timing residuals</a:t>
            </a:r>
          </a:p>
          <a:p xmlns:a="http://schemas.openxmlformats.org/drawingml/2006/main">
            <a:pPr algn="l">
              <a:defRPr sz="2325" b="0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for motion–language retrieval</a:t>
            </a:r>
          </a:p>
        </p:txBody>
      </p:sp>
      <p:sp>
        <p:nvSpPr>
          <p:cNvPr id="4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3A2B895F-BE8C-49F6-BE5D-CE0DB0AB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Editable method and protocol figures.</a:t>
            </a:r>
          </a:p>
          <a:p xmlns:a="http://schemas.openxmlformats.org/drawingml/2006/main">
            <a:pPr algn="l">
              <a:defRPr sz="1500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No dataset sample. No empirical result. No claim.</a:t>
            </a:r>
          </a:p>
        </p:txBody>
      </p:sp>
      <p:sp>
        <p:nvSpPr>
          <p:cNvPr id="5" name="cover-hero-field">
            <a:extLst xmlns:a="http://schemas.openxmlformats.org/drawingml/2006/main">
              <a:ext uri="{FF2B5EF4-FFF2-40B4-BE49-F238E27FC236}">
                <a16:creationId xmlns:a16="http://schemas.microsoft.com/office/drawing/2014/main" id="{2B6CD6BD-ED22-4C3F-AD49-88C2B79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"/>
            <a:ext cx="5314950" cy="5467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8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ver-hero-label-a">
            <a:extLst xmlns:a="http://schemas.openxmlformats.org/drawingml/2006/main">
              <a:ext uri="{FF2B5EF4-FFF2-40B4-BE49-F238E27FC236}">
                <a16:creationId xmlns:a16="http://schemas.microsoft.com/office/drawing/2014/main" id="{A8666B0A-1CEE-4B1D-BC42-774F94C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57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ACTOR A</a:t>
            </a:r>
          </a:p>
        </p:txBody>
      </p:sp>
      <p:sp>
        <p:nvSpPr>
          <p:cNvPr id="7" name="cover-a-baseline">
            <a:extLst xmlns:a="http://schemas.openxmlformats.org/drawingml/2006/main">
              <a:ext uri="{FF2B5EF4-FFF2-40B4-BE49-F238E27FC236}">
                <a16:creationId xmlns:a16="http://schemas.microsoft.com/office/drawing/2014/main" id="{2320F7B6-0A24-4431-B879-F5CF6A38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ver-a-dot-0">
            <a:extLst xmlns:a="http://schemas.openxmlformats.org/drawingml/2006/main">
              <a:ext uri="{FF2B5EF4-FFF2-40B4-BE49-F238E27FC236}">
                <a16:creationId xmlns:a16="http://schemas.microsoft.com/office/drawing/2014/main" id="{053C4CC1-42F1-4A5F-ABAE-5B03486E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9" name="cover-a-dot-1">
            <a:extLst xmlns:a="http://schemas.openxmlformats.org/drawingml/2006/main">
              <a:ext uri="{FF2B5EF4-FFF2-40B4-BE49-F238E27FC236}">
                <a16:creationId xmlns:a16="http://schemas.microsoft.com/office/drawing/2014/main" id="{685A2E4A-1433-41CB-8CA6-541B638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0" name="cover-a-dot-2">
            <a:extLst xmlns:a="http://schemas.openxmlformats.org/drawingml/2006/main">
              <a:ext uri="{FF2B5EF4-FFF2-40B4-BE49-F238E27FC236}">
                <a16:creationId xmlns:a16="http://schemas.microsoft.com/office/drawing/2014/main" id="{5062CA64-D95D-4880-8D24-137FB400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1" name="cover-a-dot-3">
            <a:extLst xmlns:a="http://schemas.openxmlformats.org/drawingml/2006/main">
              <a:ext uri="{FF2B5EF4-FFF2-40B4-BE49-F238E27FC236}">
                <a16:creationId xmlns:a16="http://schemas.microsoft.com/office/drawing/2014/main" id="{3BAF488A-CCE8-4D0C-A9DB-66B95E8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2" name="cover-a-dot-4">
            <a:extLst xmlns:a="http://schemas.openxmlformats.org/drawingml/2006/main">
              <a:ext uri="{FF2B5EF4-FFF2-40B4-BE49-F238E27FC236}">
                <a16:creationId xmlns:a16="http://schemas.microsoft.com/office/drawing/2014/main" id="{BE36B537-7A5E-4784-9C81-C89E69BA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3" name="cover-a-dot-5">
            <a:extLst xmlns:a="http://schemas.openxmlformats.org/drawingml/2006/main">
              <a:ext uri="{FF2B5EF4-FFF2-40B4-BE49-F238E27FC236}">
                <a16:creationId xmlns:a16="http://schemas.microsoft.com/office/drawing/2014/main" id="{948EC49D-247A-4C54-B35C-3211C52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4" name="cover-a-dot-6">
            <a:extLst xmlns:a="http://schemas.openxmlformats.org/drawingml/2006/main">
              <a:ext uri="{FF2B5EF4-FFF2-40B4-BE49-F238E27FC236}">
                <a16:creationId xmlns:a16="http://schemas.microsoft.com/office/drawing/2014/main" id="{EAB8069A-F32A-4DC5-8E5F-3497248C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66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5" name="cover-a-dot-7">
            <a:extLst xmlns:a="http://schemas.openxmlformats.org/drawingml/2006/main">
              <a:ext uri="{FF2B5EF4-FFF2-40B4-BE49-F238E27FC236}">
                <a16:creationId xmlns:a16="http://schemas.microsoft.com/office/drawing/2014/main" id="{961D4D73-7EFC-4F02-83B0-9FC9F1C9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09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6" name="cover-hero-label-b">
            <a:extLst xmlns:a="http://schemas.openxmlformats.org/drawingml/2006/main">
              <a:ext uri="{FF2B5EF4-FFF2-40B4-BE49-F238E27FC236}">
                <a16:creationId xmlns:a16="http://schemas.microsoft.com/office/drawing/2014/main" id="{3A0F7220-AEC4-457A-81B1-713CACBD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ACTOR B</a:t>
            </a:r>
          </a:p>
        </p:txBody>
      </p:sp>
      <p:sp>
        <p:nvSpPr>
          <p:cNvPr id="17" name="cover-b-baseline">
            <a:extLst xmlns:a="http://schemas.openxmlformats.org/drawingml/2006/main">
              <a:ext uri="{FF2B5EF4-FFF2-40B4-BE49-F238E27FC236}">
                <a16:creationId xmlns:a16="http://schemas.microsoft.com/office/drawing/2014/main" id="{E1AED3A4-77E3-4068-9D92-BDDA5AFC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over-b-dot-0">
            <a:extLst xmlns:a="http://schemas.openxmlformats.org/drawingml/2006/main">
              <a:ext uri="{FF2B5EF4-FFF2-40B4-BE49-F238E27FC236}">
                <a16:creationId xmlns:a16="http://schemas.microsoft.com/office/drawing/2014/main" id="{A5AA4CB5-86DF-4EEB-8786-DB2A15BF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19" name="cover-b-dot-1">
            <a:extLst xmlns:a="http://schemas.openxmlformats.org/drawingml/2006/main">
              <a:ext uri="{FF2B5EF4-FFF2-40B4-BE49-F238E27FC236}">
                <a16:creationId xmlns:a16="http://schemas.microsoft.com/office/drawing/2014/main" id="{90B2397A-293B-4C91-AA23-366A789D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0" name="cover-b-dot-2">
            <a:extLst xmlns:a="http://schemas.openxmlformats.org/drawingml/2006/main">
              <a:ext uri="{FF2B5EF4-FFF2-40B4-BE49-F238E27FC236}">
                <a16:creationId xmlns:a16="http://schemas.microsoft.com/office/drawing/2014/main" id="{32291624-1F5E-47B6-BD3E-F301493C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1" name="cover-b-dot-3">
            <a:extLst xmlns:a="http://schemas.openxmlformats.org/drawingml/2006/main">
              <a:ext uri="{FF2B5EF4-FFF2-40B4-BE49-F238E27FC236}">
                <a16:creationId xmlns:a16="http://schemas.microsoft.com/office/drawing/2014/main" id="{58FEA289-1337-4EBF-8B24-C6C5B6B0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2" name="cover-b-dot-4">
            <a:extLst xmlns:a="http://schemas.openxmlformats.org/drawingml/2006/main">
              <a:ext uri="{FF2B5EF4-FFF2-40B4-BE49-F238E27FC236}">
                <a16:creationId xmlns:a16="http://schemas.microsoft.com/office/drawing/2014/main" id="{034964A3-8813-4A48-AA33-C1EFA9AD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3" name="cover-b-dot-5">
            <a:extLst xmlns:a="http://schemas.openxmlformats.org/drawingml/2006/main">
              <a:ext uri="{FF2B5EF4-FFF2-40B4-BE49-F238E27FC236}">
                <a16:creationId xmlns:a16="http://schemas.microsoft.com/office/drawing/2014/main" id="{C12C73DC-D7DE-4CE5-8988-4F6034F2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4" name="cover-b-dot-6">
            <a:extLst xmlns:a="http://schemas.openxmlformats.org/drawingml/2006/main">
              <a:ext uri="{FF2B5EF4-FFF2-40B4-BE49-F238E27FC236}">
                <a16:creationId xmlns:a16="http://schemas.microsoft.com/office/drawing/2014/main" id="{128AB6C8-2183-4826-89EA-82A473B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5" name="cover-b-dot-7">
            <a:extLst xmlns:a="http://schemas.openxmlformats.org/drawingml/2006/main">
              <a:ext uri="{FF2B5EF4-FFF2-40B4-BE49-F238E27FC236}">
                <a16:creationId xmlns:a16="http://schemas.microsoft.com/office/drawing/2014/main" id="{9D018A18-CA0E-4AB6-B122-1DDA9ADD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09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6" name="cover-delta">
            <a:extLst xmlns:a="http://schemas.openxmlformats.org/drawingml/2006/main">
              <a:ext uri="{FF2B5EF4-FFF2-40B4-BE49-F238E27FC236}">
                <a16:creationId xmlns:a16="http://schemas.microsoft.com/office/drawing/2014/main" id="{4E05AE66-BFFA-4C81-818A-8C1CAF0E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Δφ</a:t>
            </a:r>
          </a:p>
        </p:txBody>
      </p:sp>
      <p:sp>
        <p:nvSpPr>
          <p:cNvPr id="27" name="cover-hero-caption">
            <a:extLst xmlns:a="http://schemas.openxmlformats.org/drawingml/2006/main">
              <a:ext uri="{FF2B5EF4-FFF2-40B4-BE49-F238E27FC236}">
                <a16:creationId xmlns:a16="http://schemas.microsoft.com/office/drawing/2014/main" id="{BE3A2D94-339F-4A6D-843C-60291323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67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fixed timing fields • six bands • AB/BA score symmetry</a:t>
            </a:r>
          </a:p>
        </p:txBody>
      </p:sp>
      <p:sp>
        <p:nvSpPr>
          <p:cNvPr id="2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45FC440-2FB2-4C20-ACB9-29169E1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163CA1BB-0FF4-4135-921D-750CD2DA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EDITABLE PAPER FIGURES • CONTRACT CONSTANTS • NO RESULT</a:t>
            </a:r>
          </a:p>
        </p:txBody>
      </p:sp>
      <p:sp>
        <p:nvSpPr>
          <p:cNvPr id="30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3F7E0CC3-B178-4867-AB0C-783FADDE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5843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q-title">
            <a:extLst xmlns:a="http://schemas.openxmlformats.org/drawingml/2006/main">
              <a:ext uri="{FF2B5EF4-FFF2-40B4-BE49-F238E27FC236}">
                <a16:creationId xmlns:a16="http://schemas.microsoft.com/office/drawing/2014/main" id="{9F7D1890-3E0A-4EA6-9D3E-5949936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1131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Can dyadic timing add evidence beyond interaction semantics?</a:t>
            </a:r>
          </a:p>
        </p:txBody>
      </p:sp>
      <p:sp>
        <p:nvSpPr>
          <p:cNvPr id="2" name="q-kicker">
            <a:extLst xmlns:a="http://schemas.openxmlformats.org/drawingml/2006/main">
              <a:ext uri="{FF2B5EF4-FFF2-40B4-BE49-F238E27FC236}">
                <a16:creationId xmlns:a16="http://schemas.microsoft.com/office/drawing/2014/main" id="{A81A9C51-227A-4E16-96AF-89B28E82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9650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The registered question is incremental—not a claim of a new wavelet operator or encoder equivariance.</a:t>
            </a:r>
          </a:p>
        </p:txBody>
      </p:sp>
      <p:sp>
        <p:nvSpPr>
          <p:cNvPr id="3" name="q-left-field">
            <a:extLst xmlns:a="http://schemas.openxmlformats.org/drawingml/2006/main">
              <a:ext uri="{FF2B5EF4-FFF2-40B4-BE49-F238E27FC236}">
                <a16:creationId xmlns:a16="http://schemas.microsoft.com/office/drawing/2014/main" id="{7A26ECF9-23F2-4F25-B537-055ADDCE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q-left-heading">
            <a:extLst xmlns:a="http://schemas.openxmlformats.org/drawingml/2006/main">
              <a:ext uri="{FF2B5EF4-FFF2-40B4-BE49-F238E27FC236}">
                <a16:creationId xmlns:a16="http://schemas.microsoft.com/office/drawing/2014/main" id="{8FFAED4B-1076-40F4-A477-ABF30D0C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Same coarse interaction, different coordination</a:t>
            </a:r>
          </a:p>
        </p:txBody>
      </p:sp>
      <p:sp>
        <p:nvSpPr>
          <p:cNvPr id="5" name="q-sync-label">
            <a:extLst xmlns:a="http://schemas.openxmlformats.org/drawingml/2006/main">
              <a:ext uri="{FF2B5EF4-FFF2-40B4-BE49-F238E27FC236}">
                <a16:creationId xmlns:a16="http://schemas.microsoft.com/office/drawing/2014/main" id="{3ACDE94C-3AF8-477E-AEE7-4A847D68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SYNCHRONIZED</a:t>
            </a:r>
          </a:p>
        </p:txBody>
      </p:sp>
      <p:sp>
        <p:nvSpPr>
          <p:cNvPr id="6" name="q-sync-a-label">
            <a:extLst xmlns:a="http://schemas.openxmlformats.org/drawingml/2006/main">
              <a:ext uri="{FF2B5EF4-FFF2-40B4-BE49-F238E27FC236}">
                <a16:creationId xmlns:a16="http://schemas.microsoft.com/office/drawing/2014/main" id="{6631510D-A6EA-4229-965D-16881572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q-sync-a-baseline">
            <a:extLst xmlns:a="http://schemas.openxmlformats.org/drawingml/2006/main">
              <a:ext uri="{FF2B5EF4-FFF2-40B4-BE49-F238E27FC236}">
                <a16:creationId xmlns:a16="http://schemas.microsoft.com/office/drawing/2014/main" id="{4D5C445A-8DC4-488C-9A26-AC6D845E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q-sync-a-dot-0">
            <a:extLst xmlns:a="http://schemas.openxmlformats.org/drawingml/2006/main">
              <a:ext uri="{FF2B5EF4-FFF2-40B4-BE49-F238E27FC236}">
                <a16:creationId xmlns:a16="http://schemas.microsoft.com/office/drawing/2014/main" id="{918CB722-1AB9-4B52-B952-B81E730B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9" name="q-sync-a-dot-1">
            <a:extLst xmlns:a="http://schemas.openxmlformats.org/drawingml/2006/main">
              <a:ext uri="{FF2B5EF4-FFF2-40B4-BE49-F238E27FC236}">
                <a16:creationId xmlns:a16="http://schemas.microsoft.com/office/drawing/2014/main" id="{51A4EE78-C450-4E57-A115-5E629CB7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0" name="q-sync-a-dot-2">
            <a:extLst xmlns:a="http://schemas.openxmlformats.org/drawingml/2006/main">
              <a:ext uri="{FF2B5EF4-FFF2-40B4-BE49-F238E27FC236}">
                <a16:creationId xmlns:a16="http://schemas.microsoft.com/office/drawing/2014/main" id="{C48C58B4-A314-470D-8B4B-B058D6E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1" name="q-sync-a-dot-3">
            <a:extLst xmlns:a="http://schemas.openxmlformats.org/drawingml/2006/main">
              <a:ext uri="{FF2B5EF4-FFF2-40B4-BE49-F238E27FC236}">
                <a16:creationId xmlns:a16="http://schemas.microsoft.com/office/drawing/2014/main" id="{600215AD-50B3-47C0-9AB5-663B5C30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2" name="q-sync-a-dot-4">
            <a:extLst xmlns:a="http://schemas.openxmlformats.org/drawingml/2006/main">
              <a:ext uri="{FF2B5EF4-FFF2-40B4-BE49-F238E27FC236}">
                <a16:creationId xmlns:a16="http://schemas.microsoft.com/office/drawing/2014/main" id="{12D8C453-2A43-4E39-8EC4-B876BD7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3" name="q-sync-a-dot-5">
            <a:extLst xmlns:a="http://schemas.openxmlformats.org/drawingml/2006/main">
              <a:ext uri="{FF2B5EF4-FFF2-40B4-BE49-F238E27FC236}">
                <a16:creationId xmlns:a16="http://schemas.microsoft.com/office/drawing/2014/main" id="{EC093C0E-D837-4959-9D5C-A1A29C4A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4" name="q-sync-a-dot-6">
            <a:extLst xmlns:a="http://schemas.openxmlformats.org/drawingml/2006/main">
              <a:ext uri="{FF2B5EF4-FFF2-40B4-BE49-F238E27FC236}">
                <a16:creationId xmlns:a16="http://schemas.microsoft.com/office/drawing/2014/main" id="{A68F1DB3-47A9-492B-B518-6CB6564E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5" name="q-sync-a-dot-7">
            <a:extLst xmlns:a="http://schemas.openxmlformats.org/drawingml/2006/main">
              <a:ext uri="{FF2B5EF4-FFF2-40B4-BE49-F238E27FC236}">
                <a16:creationId xmlns:a16="http://schemas.microsoft.com/office/drawing/2014/main" id="{0558171B-D1F2-4945-8D79-4EC5B730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6" name="q-sync-a-dot-8">
            <a:extLst xmlns:a="http://schemas.openxmlformats.org/drawingml/2006/main">
              <a:ext uri="{FF2B5EF4-FFF2-40B4-BE49-F238E27FC236}">
                <a16:creationId xmlns:a16="http://schemas.microsoft.com/office/drawing/2014/main" id="{D67E830B-8BC3-41F4-B1CF-B84A9674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7" name="q-sync-a-dot-9">
            <a:extLst xmlns:a="http://schemas.openxmlformats.org/drawingml/2006/main">
              <a:ext uri="{FF2B5EF4-FFF2-40B4-BE49-F238E27FC236}">
                <a16:creationId xmlns:a16="http://schemas.microsoft.com/office/drawing/2014/main" id="{E833240B-608E-492D-AB4F-A2D8AD4C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33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8" name="q-sync-b-label">
            <a:extLst xmlns:a="http://schemas.openxmlformats.org/drawingml/2006/main">
              <a:ext uri="{FF2B5EF4-FFF2-40B4-BE49-F238E27FC236}">
                <a16:creationId xmlns:a16="http://schemas.microsoft.com/office/drawing/2014/main" id="{871E4CCE-417E-46E1-AE86-B7F426E6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" name="q-sync-b-baseline">
            <a:extLst xmlns:a="http://schemas.openxmlformats.org/drawingml/2006/main">
              <a:ext uri="{FF2B5EF4-FFF2-40B4-BE49-F238E27FC236}">
                <a16:creationId xmlns:a16="http://schemas.microsoft.com/office/drawing/2014/main" id="{C2BE9B34-07CF-46E1-8932-2C82188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q-sync-b-dot-0">
            <a:extLst xmlns:a="http://schemas.openxmlformats.org/drawingml/2006/main">
              <a:ext uri="{FF2B5EF4-FFF2-40B4-BE49-F238E27FC236}">
                <a16:creationId xmlns:a16="http://schemas.microsoft.com/office/drawing/2014/main" id="{41951C42-12B2-4B88-B5D6-69201B23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1" name="q-sync-b-dot-1">
            <a:extLst xmlns:a="http://schemas.openxmlformats.org/drawingml/2006/main">
              <a:ext uri="{FF2B5EF4-FFF2-40B4-BE49-F238E27FC236}">
                <a16:creationId xmlns:a16="http://schemas.microsoft.com/office/drawing/2014/main" id="{8633B163-2BB6-4521-B599-FA12697F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2" name="q-sync-b-dot-2">
            <a:extLst xmlns:a="http://schemas.openxmlformats.org/drawingml/2006/main">
              <a:ext uri="{FF2B5EF4-FFF2-40B4-BE49-F238E27FC236}">
                <a16:creationId xmlns:a16="http://schemas.microsoft.com/office/drawing/2014/main" id="{8E886708-3DDE-4586-95BE-7BB6BDBD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81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3" name="q-sync-b-dot-3">
            <a:extLst xmlns:a="http://schemas.openxmlformats.org/drawingml/2006/main">
              <a:ext uri="{FF2B5EF4-FFF2-40B4-BE49-F238E27FC236}">
                <a16:creationId xmlns:a16="http://schemas.microsoft.com/office/drawing/2014/main" id="{F0675183-AA7F-4D90-B443-D4EA500D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4" name="q-sync-b-dot-4">
            <a:extLst xmlns:a="http://schemas.openxmlformats.org/drawingml/2006/main">
              <a:ext uri="{FF2B5EF4-FFF2-40B4-BE49-F238E27FC236}">
                <a16:creationId xmlns:a16="http://schemas.microsoft.com/office/drawing/2014/main" id="{D9486879-AD7A-47EE-9CAD-5D1CF4E5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5" name="q-sync-b-dot-5">
            <a:extLst xmlns:a="http://schemas.openxmlformats.org/drawingml/2006/main">
              <a:ext uri="{FF2B5EF4-FFF2-40B4-BE49-F238E27FC236}">
                <a16:creationId xmlns:a16="http://schemas.microsoft.com/office/drawing/2014/main" id="{7C367D1C-A68B-4D1E-B37A-2A3F0237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6" name="q-sync-b-dot-6">
            <a:extLst xmlns:a="http://schemas.openxmlformats.org/drawingml/2006/main">
              <a:ext uri="{FF2B5EF4-FFF2-40B4-BE49-F238E27FC236}">
                <a16:creationId xmlns:a16="http://schemas.microsoft.com/office/drawing/2014/main" id="{5AB80F07-0455-41A9-BE1B-8EA11D1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19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7" name="q-sync-b-dot-7">
            <a:extLst xmlns:a="http://schemas.openxmlformats.org/drawingml/2006/main">
              <a:ext uri="{FF2B5EF4-FFF2-40B4-BE49-F238E27FC236}">
                <a16:creationId xmlns:a16="http://schemas.microsoft.com/office/drawing/2014/main" id="{2726132B-30DB-40B9-A511-2E4F4A4E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8" name="q-sync-b-dot-8">
            <a:extLst xmlns:a="http://schemas.openxmlformats.org/drawingml/2006/main">
              <a:ext uri="{FF2B5EF4-FFF2-40B4-BE49-F238E27FC236}">
                <a16:creationId xmlns:a16="http://schemas.microsoft.com/office/drawing/2014/main" id="{88506B39-4D10-430D-8EF8-F1D818E1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29" name="q-sync-b-dot-9">
            <a:extLst xmlns:a="http://schemas.openxmlformats.org/drawingml/2006/main">
              <a:ext uri="{FF2B5EF4-FFF2-40B4-BE49-F238E27FC236}">
                <a16:creationId xmlns:a16="http://schemas.microsoft.com/office/drawing/2014/main" id="{2E0139FA-96DE-42BE-B3C1-05324C9C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90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30" name="q-mid-rule">
            <a:extLst xmlns:a="http://schemas.openxmlformats.org/drawingml/2006/main">
              <a:ext uri="{FF2B5EF4-FFF2-40B4-BE49-F238E27FC236}">
                <a16:creationId xmlns:a16="http://schemas.microsoft.com/office/drawing/2014/main" id="{94B14311-D651-4E2E-B413-F12CBF25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q-shift-label">
            <a:extLst xmlns:a="http://schemas.openxmlformats.org/drawingml/2006/main">
              <a:ext uri="{FF2B5EF4-FFF2-40B4-BE49-F238E27FC236}">
                <a16:creationId xmlns:a16="http://schemas.microsoft.com/office/drawing/2014/main" id="{59C35EC8-BEF2-460C-8A39-4C406420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PHASE-SHIFTED</a:t>
            </a:r>
          </a:p>
        </p:txBody>
      </p:sp>
      <p:sp>
        <p:nvSpPr>
          <p:cNvPr id="32" name="q-shift-a-label">
            <a:extLst xmlns:a="http://schemas.openxmlformats.org/drawingml/2006/main">
              <a:ext uri="{FF2B5EF4-FFF2-40B4-BE49-F238E27FC236}">
                <a16:creationId xmlns:a16="http://schemas.microsoft.com/office/drawing/2014/main" id="{35F02AD7-C74D-43EE-BECD-A9F36BA9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q-shift-a-baseline">
            <a:extLst xmlns:a="http://schemas.openxmlformats.org/drawingml/2006/main">
              <a:ext uri="{FF2B5EF4-FFF2-40B4-BE49-F238E27FC236}">
                <a16:creationId xmlns:a16="http://schemas.microsoft.com/office/drawing/2014/main" id="{FA280244-C230-4913-BE1D-06FCB82F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q-shift-a-dot-0">
            <a:extLst xmlns:a="http://schemas.openxmlformats.org/drawingml/2006/main">
              <a:ext uri="{FF2B5EF4-FFF2-40B4-BE49-F238E27FC236}">
                <a16:creationId xmlns:a16="http://schemas.microsoft.com/office/drawing/2014/main" id="{D7AF7443-67D6-4380-A56C-07CD1A4A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35" name="q-shift-a-dot-1">
            <a:extLst xmlns:a="http://schemas.openxmlformats.org/drawingml/2006/main">
              <a:ext uri="{FF2B5EF4-FFF2-40B4-BE49-F238E27FC236}">
                <a16:creationId xmlns:a16="http://schemas.microsoft.com/office/drawing/2014/main" id="{EA969EB2-EB75-4052-A597-D7E3DCBF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36" name="q-shift-a-dot-2">
            <a:extLst xmlns:a="http://schemas.openxmlformats.org/drawingml/2006/main">
              <a:ext uri="{FF2B5EF4-FFF2-40B4-BE49-F238E27FC236}">
                <a16:creationId xmlns:a16="http://schemas.microsoft.com/office/drawing/2014/main" id="{8528443B-98F9-4232-BB81-C2C4DA76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37" name="q-shift-a-dot-3">
            <a:extLst xmlns:a="http://schemas.openxmlformats.org/drawingml/2006/main">
              <a:ext uri="{FF2B5EF4-FFF2-40B4-BE49-F238E27FC236}">
                <a16:creationId xmlns:a16="http://schemas.microsoft.com/office/drawing/2014/main" id="{43DE056C-5931-4321-BA7F-BE1E74F6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38" name="q-shift-a-dot-4">
            <a:extLst xmlns:a="http://schemas.openxmlformats.org/drawingml/2006/main">
              <a:ext uri="{FF2B5EF4-FFF2-40B4-BE49-F238E27FC236}">
                <a16:creationId xmlns:a16="http://schemas.microsoft.com/office/drawing/2014/main" id="{CB66955C-9A09-4D67-ACF4-21645AE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38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39" name="q-shift-a-dot-5">
            <a:extLst xmlns:a="http://schemas.openxmlformats.org/drawingml/2006/main">
              <a:ext uri="{FF2B5EF4-FFF2-40B4-BE49-F238E27FC236}">
                <a16:creationId xmlns:a16="http://schemas.microsoft.com/office/drawing/2014/main" id="{9CBDC18A-AF27-4AEE-9721-C11649E9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40" name="q-shift-a-dot-6">
            <a:extLst xmlns:a="http://schemas.openxmlformats.org/drawingml/2006/main">
              <a:ext uri="{FF2B5EF4-FFF2-40B4-BE49-F238E27FC236}">
                <a16:creationId xmlns:a16="http://schemas.microsoft.com/office/drawing/2014/main" id="{CAC6EEA4-4A71-456B-A3B9-CD876AC3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41" name="q-shift-a-dot-7">
            <a:extLst xmlns:a="http://schemas.openxmlformats.org/drawingml/2006/main">
              <a:ext uri="{FF2B5EF4-FFF2-40B4-BE49-F238E27FC236}">
                <a16:creationId xmlns:a16="http://schemas.microsoft.com/office/drawing/2014/main" id="{B36771FA-260C-436B-B2F1-5A13338A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1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42" name="q-shift-a-dot-8">
            <a:extLst xmlns:a="http://schemas.openxmlformats.org/drawingml/2006/main">
              <a:ext uri="{FF2B5EF4-FFF2-40B4-BE49-F238E27FC236}">
                <a16:creationId xmlns:a16="http://schemas.microsoft.com/office/drawing/2014/main" id="{A6CBE1FF-0466-48FA-B360-58976BAB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6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43" name="q-shift-a-dot-9">
            <a:extLst xmlns:a="http://schemas.openxmlformats.org/drawingml/2006/main">
              <a:ext uri="{FF2B5EF4-FFF2-40B4-BE49-F238E27FC236}">
                <a16:creationId xmlns:a16="http://schemas.microsoft.com/office/drawing/2014/main" id="{D98EE9C7-EEE9-4812-9CE5-F5438F81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29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44" name="q-shift-b-label">
            <a:extLst xmlns:a="http://schemas.openxmlformats.org/drawingml/2006/main">
              <a:ext uri="{FF2B5EF4-FFF2-40B4-BE49-F238E27FC236}">
                <a16:creationId xmlns:a16="http://schemas.microsoft.com/office/drawing/2014/main" id="{DE10879B-052E-440B-8E86-D0876FF4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5" name="q-shift-b-baseline">
            <a:extLst xmlns:a="http://schemas.openxmlformats.org/drawingml/2006/main">
              <a:ext uri="{FF2B5EF4-FFF2-40B4-BE49-F238E27FC236}">
                <a16:creationId xmlns:a16="http://schemas.microsoft.com/office/drawing/2014/main" id="{1E0ACD95-5EA6-4995-93C7-8851BC27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q-shift-b-dot-0">
            <a:extLst xmlns:a="http://schemas.openxmlformats.org/drawingml/2006/main">
              <a:ext uri="{FF2B5EF4-FFF2-40B4-BE49-F238E27FC236}">
                <a16:creationId xmlns:a16="http://schemas.microsoft.com/office/drawing/2014/main" id="{E26B7737-AE17-4B63-AEA6-C7E71C5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47" name="q-shift-b-dot-1">
            <a:extLst xmlns:a="http://schemas.openxmlformats.org/drawingml/2006/main">
              <a:ext uri="{FF2B5EF4-FFF2-40B4-BE49-F238E27FC236}">
                <a16:creationId xmlns:a16="http://schemas.microsoft.com/office/drawing/2014/main" id="{238D7D68-24F1-4046-BEA5-5629E18B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86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48" name="q-shift-b-dot-2">
            <a:extLst xmlns:a="http://schemas.openxmlformats.org/drawingml/2006/main">
              <a:ext uri="{FF2B5EF4-FFF2-40B4-BE49-F238E27FC236}">
                <a16:creationId xmlns:a16="http://schemas.microsoft.com/office/drawing/2014/main" id="{6454DD58-1CE3-4B08-BDE3-08798C3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57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49" name="q-shift-b-dot-3">
            <a:extLst xmlns:a="http://schemas.openxmlformats.org/drawingml/2006/main">
              <a:ext uri="{FF2B5EF4-FFF2-40B4-BE49-F238E27FC236}">
                <a16:creationId xmlns:a16="http://schemas.microsoft.com/office/drawing/2014/main" id="{1CCDB0A0-E446-462A-BE6E-BB217107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10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50" name="q-shift-b-dot-4">
            <a:extLst xmlns:a="http://schemas.openxmlformats.org/drawingml/2006/main">
              <a:ext uri="{FF2B5EF4-FFF2-40B4-BE49-F238E27FC236}">
                <a16:creationId xmlns:a16="http://schemas.microsoft.com/office/drawing/2014/main" id="{40947D90-1B50-4B7B-A709-34CCF468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76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51" name="q-shift-b-dot-5">
            <a:extLst xmlns:a="http://schemas.openxmlformats.org/drawingml/2006/main">
              <a:ext uri="{FF2B5EF4-FFF2-40B4-BE49-F238E27FC236}">
                <a16:creationId xmlns:a16="http://schemas.microsoft.com/office/drawing/2014/main" id="{6E1FCC24-7839-40E8-B8F8-8894C155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52" name="q-shift-b-dot-6">
            <a:extLst xmlns:a="http://schemas.openxmlformats.org/drawingml/2006/main">
              <a:ext uri="{FF2B5EF4-FFF2-40B4-BE49-F238E27FC236}">
                <a16:creationId xmlns:a16="http://schemas.microsoft.com/office/drawing/2014/main" id="{13A9EB0D-DCF0-4577-BE5F-D28E49A7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95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53" name="q-shift-b-dot-7">
            <a:extLst xmlns:a="http://schemas.openxmlformats.org/drawingml/2006/main">
              <a:ext uri="{FF2B5EF4-FFF2-40B4-BE49-F238E27FC236}">
                <a16:creationId xmlns:a16="http://schemas.microsoft.com/office/drawing/2014/main" id="{02055212-FE66-4E3F-9206-847197F6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54" name="q-shift-b-dot-8">
            <a:extLst xmlns:a="http://schemas.openxmlformats.org/drawingml/2006/main">
              <a:ext uri="{FF2B5EF4-FFF2-40B4-BE49-F238E27FC236}">
                <a16:creationId xmlns:a16="http://schemas.microsoft.com/office/drawing/2014/main" id="{375CB13E-FA41-4B0C-AD5E-7EF732B9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14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55" name="q-shift-b-dot-9">
            <a:extLst xmlns:a="http://schemas.openxmlformats.org/drawingml/2006/main">
              <a:ext uri="{FF2B5EF4-FFF2-40B4-BE49-F238E27FC236}">
                <a16:creationId xmlns:a16="http://schemas.microsoft.com/office/drawing/2014/main" id="{287FB17E-B830-40F1-AACB-5178791C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56" name="q-right-heading">
            <a:extLst xmlns:a="http://schemas.openxmlformats.org/drawingml/2006/main">
              <a:ext uri="{FF2B5EF4-FFF2-40B4-BE49-F238E27FC236}">
                <a16:creationId xmlns:a16="http://schemas.microsoft.com/office/drawing/2014/main" id="{9FE3E051-8D5E-4850-8AEC-95420D0A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Controlled interpretation</a:t>
            </a:r>
          </a:p>
        </p:txBody>
      </p:sp>
      <p:sp>
        <p:nvSpPr>
          <p:cNvPr id="57" name="q-num-01">
            <a:extLst xmlns:a="http://schemas.openxmlformats.org/drawingml/2006/main">
              <a:ext uri="{FF2B5EF4-FFF2-40B4-BE49-F238E27FC236}">
                <a16:creationId xmlns:a16="http://schemas.microsoft.com/office/drawing/2014/main" id="{589E2B0E-B2B6-405A-8E57-F906FEE4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8" name="q-head-01">
            <a:extLst xmlns:a="http://schemas.openxmlformats.org/drawingml/2006/main">
              <a:ext uri="{FF2B5EF4-FFF2-40B4-BE49-F238E27FC236}">
                <a16:creationId xmlns:a16="http://schemas.microsoft.com/office/drawing/2014/main" id="{955E85A6-4CF5-4660-AC96-B24A01D5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Qualified MIME base</a:t>
            </a:r>
          </a:p>
        </p:txBody>
      </p:sp>
      <p:sp>
        <p:nvSpPr>
          <p:cNvPr id="59" name="q-body-01">
            <a:extLst xmlns:a="http://schemas.openxmlformats.org/drawingml/2006/main">
              <a:ext uri="{FF2B5EF4-FFF2-40B4-BE49-F238E27FC236}">
                <a16:creationId xmlns:a16="http://schemas.microsoft.com/office/drawing/2014/main" id="{2EEF083E-271E-4FBA-BF94-18146798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Global motion–language semantics are established first.</a:t>
            </a:r>
          </a:p>
        </p:txBody>
      </p:sp>
      <p:sp>
        <p:nvSpPr>
          <p:cNvPr id="60" name="q-num-02">
            <a:extLst xmlns:a="http://schemas.openxmlformats.org/drawingml/2006/main">
              <a:ext uri="{FF2B5EF4-FFF2-40B4-BE49-F238E27FC236}">
                <a16:creationId xmlns:a16="http://schemas.microsoft.com/office/drawing/2014/main" id="{AF5FECED-D291-4E34-99C6-FA99E9CB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1" name="q-head-02">
            <a:extLst xmlns:a="http://schemas.openxmlformats.org/drawingml/2006/main">
              <a:ext uri="{FF2B5EF4-FFF2-40B4-BE49-F238E27FC236}">
                <a16:creationId xmlns:a16="http://schemas.microsoft.com/office/drawing/2014/main" id="{51C8A116-65E5-45BE-A2EA-8073DF49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Fixed timing evidence</a:t>
            </a:r>
          </a:p>
        </p:txBody>
      </p:sp>
      <p:sp>
        <p:nvSpPr>
          <p:cNvPr id="62" name="q-body-02">
            <a:extLst xmlns:a="http://schemas.openxmlformats.org/drawingml/2006/main">
              <a:ext uri="{FF2B5EF4-FFF2-40B4-BE49-F238E27FC236}">
                <a16:creationId xmlns:a16="http://schemas.microsoft.com/office/drawing/2014/main" id="{C2213ABE-A486-4E12-9D29-9149B47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Pooled cross-spectrum, coherence-like, and phase-sensitive fields.</a:t>
            </a:r>
          </a:p>
        </p:txBody>
      </p:sp>
      <p:sp>
        <p:nvSpPr>
          <p:cNvPr id="63" name="q-num-03">
            <a:extLst xmlns:a="http://schemas.openxmlformats.org/drawingml/2006/main">
              <a:ext uri="{FF2B5EF4-FFF2-40B4-BE49-F238E27FC236}">
                <a16:creationId xmlns:a16="http://schemas.microsoft.com/office/drawing/2014/main" id="{1B1D4F71-377D-4ED4-BA8C-8627C45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4" name="q-head-03">
            <a:extLst xmlns:a="http://schemas.openxmlformats.org/drawingml/2006/main">
              <a:ext uri="{FF2B5EF4-FFF2-40B4-BE49-F238E27FC236}">
                <a16:creationId xmlns:a16="http://schemas.microsoft.com/office/drawing/2014/main" id="{5BA24743-1281-49E2-9E14-2CF8813A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91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Registered comparisons</a:t>
            </a:r>
          </a:p>
        </p:txBody>
      </p:sp>
      <p:sp>
        <p:nvSpPr>
          <p:cNvPr id="65" name="q-body-03">
            <a:extLst xmlns:a="http://schemas.openxmlformats.org/drawingml/2006/main">
              <a:ext uri="{FF2B5EF4-FFF2-40B4-BE49-F238E27FC236}">
                <a16:creationId xmlns:a16="http://schemas.microsoft.com/office/drawing/2014/main" id="{4FB3ADBC-7A92-4F65-9655-F5FE5877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339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Full PhasePair is tested against six capacity and relation controls.</a:t>
            </a:r>
          </a:p>
        </p:txBody>
      </p:sp>
      <p:sp>
        <p:nvSpPr>
          <p:cNvPr id="66" name="q-caption">
            <a:extLst xmlns:a="http://schemas.openxmlformats.org/drawingml/2006/main">
              <a:ext uri="{FF2B5EF4-FFF2-40B4-BE49-F238E27FC236}">
                <a16:creationId xmlns:a16="http://schemas.microsoft.com/office/drawing/2014/main" id="{B1D028AA-51CA-4903-B818-4A11772B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578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Conceptual synthetic illustration; no dataset sample or empirical result.</a:t>
            </a:r>
          </a:p>
        </p:txBody>
      </p:sp>
      <p:sp>
        <p:nvSpPr>
          <p:cNvPr id="6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F1C665D5-5AA9-4A86-AF50-74DFC092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417403D8-0B8A-4F78-8BF4-AAB450EE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EDITABLE PAPER FIGURES • CONTRACT CONSTANTS • NO RESULT</a:t>
            </a:r>
          </a:p>
        </p:txBody>
      </p:sp>
      <p:sp>
        <p:nvSpPr>
          <p:cNvPr id="6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A14FD3F-8918-4A0B-A9DA-BABB07D2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2243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m-title">
            <a:extLst xmlns:a="http://schemas.openxmlformats.org/drawingml/2006/main">
              <a:ext uri="{FF2B5EF4-FFF2-40B4-BE49-F238E27FC236}">
                <a16:creationId xmlns:a16="http://schemas.microsoft.com/office/drawing/2014/main" id="{79D92C0C-B97F-4964-8696-BC5C4EDA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PhasePair adds a score-symmetric timing residual to MIME</a:t>
            </a:r>
          </a:p>
        </p:txBody>
      </p:sp>
      <p:sp>
        <p:nvSpPr>
          <p:cNvPr id="2" name="m-subtitle">
            <a:extLst xmlns:a="http://schemas.openxmlformats.org/drawingml/2006/main">
              <a:ext uri="{FF2B5EF4-FFF2-40B4-BE49-F238E27FC236}">
                <a16:creationId xmlns:a16="http://schemas.microsoft.com/office/drawing/2014/main" id="{C87EAAAA-52CC-4000-B33B-3667A97E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All boxes and arrows are native PowerPoint objects; labels follow the frozen contract.</a:t>
            </a:r>
          </a:p>
        </p:txBody>
      </p:sp>
      <p:sp>
        <p:nvSpPr>
          <p:cNvPr id="3" name="m-base-lane">
            <a:extLst xmlns:a="http://schemas.openxmlformats.org/drawingml/2006/main">
              <a:ext uri="{FF2B5EF4-FFF2-40B4-BE49-F238E27FC236}">
                <a16:creationId xmlns:a16="http://schemas.microsoft.com/office/drawing/2014/main" id="{F90F5B74-5872-42B7-B078-0D13FD56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66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QUALIFIED BASE</a:t>
            </a:r>
          </a:p>
        </p:txBody>
      </p:sp>
      <p:sp>
        <p:nvSpPr>
          <p:cNvPr id="4" name="m-phase-lane">
            <a:extLst xmlns:a="http://schemas.openxmlformats.org/drawingml/2006/main">
              <a:ext uri="{FF2B5EF4-FFF2-40B4-BE49-F238E27FC236}">
                <a16:creationId xmlns:a16="http://schemas.microsoft.com/office/drawing/2014/main" id="{9A573048-2A81-4C3C-AB25-31989CDD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57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FIXED TIMING RESIDUAL</a:t>
            </a:r>
          </a:p>
        </p:txBody>
      </p:sp>
      <p:sp>
        <p:nvSpPr>
          <p:cNvPr id="5" name="m-arrow-input-adapter">
            <a:extLst xmlns:a="http://schemas.openxmlformats.org/drawingml/2006/main">
              <a:ext uri="{FF2B5EF4-FFF2-40B4-BE49-F238E27FC236}">
                <a16:creationId xmlns:a16="http://schemas.microsoft.com/office/drawing/2014/main" id="{9A24941D-2FE0-472C-A53C-5BEAC1B1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2410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6" name="m-arrow-adapter-base">
            <a:extLst xmlns:a="http://schemas.openxmlformats.org/drawingml/2006/main">
              <a:ext uri="{FF2B5EF4-FFF2-40B4-BE49-F238E27FC236}">
                <a16:creationId xmlns:a16="http://schemas.microsoft.com/office/drawing/2014/main" id="{1E31611E-1CEB-4BF1-9C43-DE0EF8E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9240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7" name="m-arrow-base-score">
            <a:extLst xmlns:a="http://schemas.openxmlformats.org/drawingml/2006/main">
              <a:ext uri="{FF2B5EF4-FFF2-40B4-BE49-F238E27FC236}">
                <a16:creationId xmlns:a16="http://schemas.microsoft.com/office/drawing/2014/main" id="{D76BA9B6-9CC1-4E09-A80B-1D9716A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240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8" name="m-arrow-adapter-fields">
            <a:extLst xmlns:a="http://schemas.openxmlformats.org/drawingml/2006/main">
              <a:ext uri="{FF2B5EF4-FFF2-40B4-BE49-F238E27FC236}">
                <a16:creationId xmlns:a16="http://schemas.microsoft.com/office/drawing/2014/main" id="{E77F2231-D182-4646-84FA-18EE0993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052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4763">
            <a:solidFill>
              <a:srgbClr val="6DCBF4"/>
            </a:solidFill>
            <a:prstDash val="solid"/>
          </a:ln>
        </p:spPr>
      </p:sp>
      <p:sp>
        <p:nvSpPr>
          <p:cNvPr id="9" name="m-arrow-fields-tokens">
            <a:extLst xmlns:a="http://schemas.openxmlformats.org/drawingml/2006/main">
              <a:ext uri="{FF2B5EF4-FFF2-40B4-BE49-F238E27FC236}">
                <a16:creationId xmlns:a16="http://schemas.microsoft.com/office/drawing/2014/main" id="{42FFFD69-60D4-43F1-AE7E-14F6657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052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4763">
            <a:solidFill>
              <a:srgbClr val="6DCBF4"/>
            </a:solidFill>
            <a:prstDash val="solid"/>
          </a:ln>
        </p:spPr>
      </p:sp>
      <p:sp>
        <p:nvSpPr>
          <p:cNvPr id="10" name="m-arrow-tokens-projector">
            <a:extLst xmlns:a="http://schemas.openxmlformats.org/drawingml/2006/main">
              <a:ext uri="{FF2B5EF4-FFF2-40B4-BE49-F238E27FC236}">
                <a16:creationId xmlns:a16="http://schemas.microsoft.com/office/drawing/2014/main" id="{1952B419-E8F2-466E-8C2B-A0397212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4763">
            <a:solidFill>
              <a:srgbClr val="6DCBF4"/>
            </a:solidFill>
            <a:prstDash val="solid"/>
          </a:ln>
        </p:spPr>
      </p:sp>
      <p:sp>
        <p:nvSpPr>
          <p:cNvPr id="11" name="m-arrow-projector-sym">
            <a:extLst xmlns:a="http://schemas.openxmlformats.org/drawingml/2006/main">
              <a:ext uri="{FF2B5EF4-FFF2-40B4-BE49-F238E27FC236}">
                <a16:creationId xmlns:a16="http://schemas.microsoft.com/office/drawing/2014/main" id="{6F66F8B0-C8E9-486E-841D-9ABDFE1B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4763">
            <a:solidFill>
              <a:srgbClr val="6DCBF4"/>
            </a:solidFill>
            <a:prstDash val="solid"/>
          </a:ln>
        </p:spPr>
      </p:sp>
      <p:sp>
        <p:nvSpPr>
          <p:cNvPr id="12" name="m-arrow-sym-merge">
            <a:extLst xmlns:a="http://schemas.openxmlformats.org/drawingml/2006/main">
              <a:ext uri="{FF2B5EF4-FFF2-40B4-BE49-F238E27FC236}">
                <a16:creationId xmlns:a16="http://schemas.microsoft.com/office/drawing/2014/main" id="{BFEE85E1-8249-420F-9F2E-86A1D45B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3" name="m-arrow-base-merge">
            <a:extLst xmlns:a="http://schemas.openxmlformats.org/drawingml/2006/main">
              <a:ext uri="{FF2B5EF4-FFF2-40B4-BE49-F238E27FC236}">
                <a16:creationId xmlns:a16="http://schemas.microsoft.com/office/drawing/2014/main" id="{F0F12D31-4053-4AF0-A638-7D890DEE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2476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4" name="m-input">
            <a:extLst xmlns:a="http://schemas.openxmlformats.org/drawingml/2006/main">
              <a:ext uri="{FF2B5EF4-FFF2-40B4-BE49-F238E27FC236}">
                <a16:creationId xmlns:a16="http://schemas.microsoft.com/office/drawing/2014/main" id="{858132D7-193E-412E-B791-EADED50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76450"/>
            <a:ext cx="12763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Paired motion</a:t>
            </a:r>
          </a:p>
          <a:p xmlns:a="http://schemas.openxmlformats.org/drawingml/2006/main">
            <a:pPr algn="ctr">
              <a:defRPr sz="1350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2 × T × 262</a:t>
            </a:r>
          </a:p>
        </p:txBody>
      </p:sp>
      <p:sp>
        <p:nvSpPr>
          <p:cNvPr id="15" name="m-adapter">
            <a:extLst xmlns:a="http://schemas.openxmlformats.org/drawingml/2006/main">
              <a:ext uri="{FF2B5EF4-FFF2-40B4-BE49-F238E27FC236}">
                <a16:creationId xmlns:a16="http://schemas.microsoft.com/office/drawing/2014/main" id="{2092DA7C-E60D-4D13-8AB4-91B620C9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76450"/>
            <a:ext cx="11430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Audited</a:t>
            </a:r>
          </a:p>
          <a:p xmlns:a="http://schemas.openxmlformats.org/drawingml/2006/main">
            <a:pPr algn="ctr">
              <a:defRPr sz="127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common adapter</a:t>
            </a:r>
          </a:p>
        </p:txBody>
      </p:sp>
      <p:sp>
        <p:nvSpPr>
          <p:cNvPr id="16" name="m-base">
            <a:extLst xmlns:a="http://schemas.openxmlformats.org/drawingml/2006/main">
              <a:ext uri="{FF2B5EF4-FFF2-40B4-BE49-F238E27FC236}">
                <a16:creationId xmlns:a16="http://schemas.microsoft.com/office/drawing/2014/main" id="{046C0B9E-1830-47B7-85B7-32C637B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MIME encoder</a:t>
            </a:r>
          </a:p>
          <a:p xmlns:a="http://schemas.openxmlformats.org/drawingml/2006/main">
            <a:pPr algn="ctr">
              <a:defRPr sz="142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AB + BA</a:t>
            </a:r>
          </a:p>
        </p:txBody>
      </p:sp>
      <p:sp>
        <p:nvSpPr>
          <p:cNvPr id="17" name="m-g">
            <a:extLst xmlns:a="http://schemas.openxmlformats.org/drawingml/2006/main">
              <a:ext uri="{FF2B5EF4-FFF2-40B4-BE49-F238E27FC236}">
                <a16:creationId xmlns:a16="http://schemas.microsoft.com/office/drawing/2014/main" id="{74AD5846-0C14-4C46-A129-2CE28DC5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14500"/>
            <a:ext cx="12192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G_MIME</a:t>
            </a:r>
          </a:p>
        </p:txBody>
      </p:sp>
      <p:sp>
        <p:nvSpPr>
          <p:cNvPr id="18" name="m-fields">
            <a:extLst xmlns:a="http://schemas.openxmlformats.org/drawingml/2006/main">
              <a:ext uri="{FF2B5EF4-FFF2-40B4-BE49-F238E27FC236}">
                <a16:creationId xmlns:a16="http://schemas.microsoft.com/office/drawing/2014/main" id="{227B07CC-7959-47B9-9619-B2CF327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1714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8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5 groups × 6 bands</a:t>
            </a:r>
          </a:p>
          <a:p xmlns:a="http://schemas.openxmlformats.org/drawingml/2006/main">
            <a:pPr algn="ctr">
              <a:defRPr sz="127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pooled timing fields</a:t>
            </a:r>
          </a:p>
        </p:txBody>
      </p:sp>
      <p:sp>
        <p:nvSpPr>
          <p:cNvPr id="19" name="m-tokens">
            <a:extLst xmlns:a="http://schemas.openxmlformats.org/drawingml/2006/main">
              <a:ext uri="{FF2B5EF4-FFF2-40B4-BE49-F238E27FC236}">
                <a16:creationId xmlns:a16="http://schemas.microsoft.com/office/drawing/2014/main" id="{87B4F1FD-9704-4395-95E6-EAE20CA3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38550"/>
            <a:ext cx="13716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six 13D</a:t>
            </a:r>
          </a:p>
          <a:p xmlns:a="http://schemas.openxmlformats.org/drawingml/2006/main">
            <a:pPr algn="ctr">
              <a:defRPr sz="1350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relation tokens</a:t>
            </a:r>
          </a:p>
        </p:txBody>
      </p:sp>
      <p:sp>
        <p:nvSpPr>
          <p:cNvPr id="20" name="m-projector">
            <a:extLst xmlns:a="http://schemas.openxmlformats.org/drawingml/2006/main">
              <a:ext uri="{FF2B5EF4-FFF2-40B4-BE49-F238E27FC236}">
                <a16:creationId xmlns:a16="http://schemas.microsoft.com/office/drawing/2014/main" id="{5F40BC1E-0145-4810-9260-9D8D14B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1333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shared residual</a:t>
            </a:r>
          </a:p>
          <a:p xmlns:a="http://schemas.openxmlformats.org/drawingml/2006/main">
            <a:pPr algn="ctr">
              <a:defRPr sz="127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13 → 256 → 512</a:t>
            </a:r>
          </a:p>
        </p:txBody>
      </p:sp>
      <p:sp>
        <p:nvSpPr>
          <p:cNvPr id="21" name="m-sym">
            <a:extLst xmlns:a="http://schemas.openxmlformats.org/drawingml/2006/main">
              <a:ext uri="{FF2B5EF4-FFF2-40B4-BE49-F238E27FC236}">
                <a16:creationId xmlns:a16="http://schemas.microsoft.com/office/drawing/2014/main" id="{6ECB0316-4856-49C8-8FDE-D4F1804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1238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R_sym</a:t>
            </a:r>
          </a:p>
          <a:p xmlns:a="http://schemas.openxmlformats.org/drawingml/2006/main">
            <a:pPr algn="ctr">
              <a:defRPr sz="1275" b="1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7"/>
                </a:solidFill>
                <a:latin typeface="Arial"/>
                <a:ea typeface="Arial"/>
                <a:cs typeface="Arial"/>
              </a:rPr>
              <a:t>½(R_AB + R_BA)</a:t>
            </a:r>
          </a:p>
        </p:txBody>
      </p:sp>
      <p:sp>
        <p:nvSpPr>
          <p:cNvPr id="22" name="m-merge">
            <a:extLst xmlns:a="http://schemas.openxmlformats.org/drawingml/2006/main">
              <a:ext uri="{FF2B5EF4-FFF2-40B4-BE49-F238E27FC236}">
                <a16:creationId xmlns:a16="http://schemas.microsoft.com/office/drawing/2014/main" id="{2388E565-08FD-443C-91D3-7DE77906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485900" cy="16764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101317"/>
          </a:solidFill>
          <a:ln xmlns:a="http://schemas.openxmlformats.org/drawingml/2006/main" w="9525">
            <a:solidFill>
              <a:srgbClr val="1013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 = τ_MIME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[G_MIME + 0.2 R_sym]</a:t>
            </a:r>
          </a:p>
        </p:txBody>
      </p:sp>
      <p:sp>
        <p:nvSpPr>
          <p:cNvPr id="23" name="m-fields-detail">
            <a:extLst xmlns:a="http://schemas.openxmlformats.org/drawingml/2006/main">
              <a:ext uri="{FF2B5EF4-FFF2-40B4-BE49-F238E27FC236}">
                <a16:creationId xmlns:a16="http://schemas.microsoft.com/office/drawing/2014/main" id="{88E61631-BDD0-4703-ACD1-ED88DAA0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29150"/>
            <a:ext cx="652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log powers • coherence-like normalization • cos/sin phase • wrapped-delay proxy</a:t>
            </a:r>
          </a:p>
        </p:txBody>
      </p:sp>
      <p:sp>
        <p:nvSpPr>
          <p:cNvPr id="24" name="m-bottom-rule">
            <a:extLst xmlns:a="http://schemas.openxmlformats.org/drawingml/2006/main">
              <a:ext uri="{FF2B5EF4-FFF2-40B4-BE49-F238E27FC236}">
                <a16:creationId xmlns:a16="http://schemas.microsoft.com/office/drawing/2014/main" id="{EBDCFBF1-866B-4C59-80A7-ACC2560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00650"/>
            <a:ext cx="652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5" name="m-bottom-callout">
            <a:extLst xmlns:a="http://schemas.openxmlformats.org/drawingml/2006/main">
              <a:ext uri="{FF2B5EF4-FFF2-40B4-BE49-F238E27FC236}">
                <a16:creationId xmlns:a16="http://schemas.microsoft.com/office/drawing/2014/main" id="{7903CC78-25B7-4F08-8AC9-C48341F6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1495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Fixed signal math   •   trainable residual only   •   score-level actor symmetry</a:t>
            </a:r>
          </a:p>
        </p:txBody>
      </p:sp>
      <p:sp>
        <p:nvSpPr>
          <p:cNvPr id="26" name="m-nonclaim">
            <a:extLst xmlns:a="http://schemas.openxmlformats.org/drawingml/2006/main">
              <a:ext uri="{FF2B5EF4-FFF2-40B4-BE49-F238E27FC236}">
                <a16:creationId xmlns:a16="http://schemas.microsoft.com/office/drawing/2014/main" id="{83FCC368-CFE0-4CAF-A4DA-4C47001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91200"/>
            <a:ext cx="757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5D6670"/>
                </a:solidFill>
                <a:latin typeface="Arial"/>
                <a:ea typeface="Arial"/>
                <a:cs typeface="Arial"/>
              </a:rPr>
              <a:t>Offline rank/certificate checks are evidence controls; they do not enter tokens, loss, or checkpoint selection.</a:t>
            </a:r>
          </a:p>
        </p:txBody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92071140-41DE-4861-8333-1E8B4C3F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0039A682-FCD6-49B2-A453-E8D318E7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EDITABLE PAPER FIGURES • CONTRACT CONSTANTS • NO RESULT</a:t>
            </a:r>
          </a:p>
        </p:txBody>
      </p:sp>
      <p:sp>
        <p:nvSpPr>
          <p:cNvPr id="2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A39F81B-95FA-4ECD-BCA8-FCA3CDB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9429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-title">
            <a:extLst xmlns:a="http://schemas.openxmlformats.org/drawingml/2006/main">
              <a:ext uri="{FF2B5EF4-FFF2-40B4-BE49-F238E27FC236}">
                <a16:creationId xmlns:a16="http://schemas.microsoft.com/office/drawing/2014/main" id="{0415F3FB-8730-4E35-B764-68B8F26D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Three gates separate qualification, controls, and sealed inference</a:t>
            </a:r>
          </a:p>
        </p:txBody>
      </p:sp>
      <p:sp>
        <p:nvSpPr>
          <p:cNvPr id="2" name="p-subtitle">
            <a:extLst xmlns:a="http://schemas.openxmlformats.org/drawingml/2006/main">
              <a:ext uri="{FF2B5EF4-FFF2-40B4-BE49-F238E27FC236}">
                <a16:creationId xmlns:a16="http://schemas.microsoft.com/office/drawing/2014/main" id="{2C579FAD-7657-4AF9-8574-425D7562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135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Contract constants are shown below; all empirical cells remain empty until authorized runs and claim review.</a:t>
            </a:r>
          </a:p>
        </p:txBody>
      </p:sp>
      <p:sp>
        <p:nvSpPr>
          <p:cNvPr id="3" name="p-flow-line">
            <a:extLst xmlns:a="http://schemas.openxmlformats.org/drawingml/2006/main">
              <a:ext uri="{FF2B5EF4-FFF2-40B4-BE49-F238E27FC236}">
                <a16:creationId xmlns:a16="http://schemas.microsoft.com/office/drawing/2014/main" id="{694B57CE-C0D5-4DD9-9C21-8A1628A4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95875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01317"/>
            </a:solidFill>
            <a:prstDash val="solid"/>
          </a:ln>
        </p:spPr>
      </p:sp>
      <p:sp>
        <p:nvSpPr>
          <p:cNvPr id="4" name="p-flow-dot-1">
            <a:extLst xmlns:a="http://schemas.openxmlformats.org/drawingml/2006/main">
              <a:ext uri="{FF2B5EF4-FFF2-40B4-BE49-F238E27FC236}">
                <a16:creationId xmlns:a16="http://schemas.microsoft.com/office/drawing/2014/main" id="{06829496-B4D1-426D-B9C7-595C3D02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29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5" name="p-flow-dot-2">
            <a:extLst xmlns:a="http://schemas.openxmlformats.org/drawingml/2006/main">
              <a:ext uri="{FF2B5EF4-FFF2-40B4-BE49-F238E27FC236}">
                <a16:creationId xmlns:a16="http://schemas.microsoft.com/office/drawing/2014/main" id="{4F5265AC-CBE8-4165-8232-CBED9CF6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029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4763">
            <a:solidFill>
              <a:srgbClr val="101317"/>
            </a:solidFill>
            <a:prstDash val="solid"/>
          </a:ln>
        </p:spPr>
      </p:sp>
      <p:sp>
        <p:nvSpPr>
          <p:cNvPr id="6" name="p-flow-dot-3">
            <a:extLst xmlns:a="http://schemas.openxmlformats.org/drawingml/2006/main">
              <a:ext uri="{FF2B5EF4-FFF2-40B4-BE49-F238E27FC236}">
                <a16:creationId xmlns:a16="http://schemas.microsoft.com/office/drawing/2014/main" id="{462A4C52-9238-41EB-AD27-61B981CC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29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7" name="p-card-01">
            <a:extLst xmlns:a="http://schemas.openxmlformats.org/drawingml/2006/main">
              <a:ext uri="{FF2B5EF4-FFF2-40B4-BE49-F238E27FC236}">
                <a16:creationId xmlns:a16="http://schemas.microsoft.com/office/drawing/2014/main" id="{3F1F76EE-5479-4AFE-965E-608086B0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3352800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-num-01">
            <a:extLst xmlns:a="http://schemas.openxmlformats.org/drawingml/2006/main">
              <a:ext uri="{FF2B5EF4-FFF2-40B4-BE49-F238E27FC236}">
                <a16:creationId xmlns:a16="http://schemas.microsoft.com/office/drawing/2014/main" id="{191CEC65-28FB-4F13-A24C-90FF791B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-head-01">
            <a:extLst xmlns:a="http://schemas.openxmlformats.org/drawingml/2006/main">
              <a:ext uri="{FF2B5EF4-FFF2-40B4-BE49-F238E27FC236}">
                <a16:creationId xmlns:a16="http://schemas.microsoft.com/office/drawing/2014/main" id="{6BADDCFF-3C8B-4BEA-8513-ED95DAB1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Qualify the MIME base</a:t>
            </a:r>
          </a:p>
        </p:txBody>
      </p:sp>
      <p:sp>
        <p:nvSpPr>
          <p:cNvPr id="10" name="p-body-01">
            <a:extLst xmlns:a="http://schemas.openxmlformats.org/drawingml/2006/main">
              <a:ext uri="{FF2B5EF4-FFF2-40B4-BE49-F238E27FC236}">
                <a16:creationId xmlns:a16="http://schemas.microsoft.com/office/drawing/2014/main" id="{903260BD-C7DB-408B-96A9-04559B4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MIME vs TMR-style early and late fusion</a:t>
            </a:r>
          </a:p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3 seeds • 30 epochs • full validation gallery</a:t>
            </a:r>
          </a:p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Gate: mean win, ≥2/3 seed wins, worst Δ ≥ −0.005</a:t>
            </a:r>
          </a:p>
        </p:txBody>
      </p:sp>
      <p:sp>
        <p:nvSpPr>
          <p:cNvPr id="11" name="p-card-02">
            <a:extLst xmlns:a="http://schemas.openxmlformats.org/drawingml/2006/main">
              <a:ext uri="{FF2B5EF4-FFF2-40B4-BE49-F238E27FC236}">
                <a16:creationId xmlns:a16="http://schemas.microsoft.com/office/drawing/2014/main" id="{8E4E29E2-9A3C-4855-898A-0899378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33550"/>
            <a:ext cx="3352800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-num-02">
            <a:extLst xmlns:a="http://schemas.openxmlformats.org/drawingml/2006/main">
              <a:ext uri="{FF2B5EF4-FFF2-40B4-BE49-F238E27FC236}">
                <a16:creationId xmlns:a16="http://schemas.microsoft.com/office/drawing/2014/main" id="{7DA6B050-0181-49B6-8B68-06A923FA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-head-02">
            <a:extLst xmlns:a="http://schemas.openxmlformats.org/drawingml/2006/main">
              <a:ext uri="{FF2B5EF4-FFF2-40B4-BE49-F238E27FC236}">
                <a16:creationId xmlns:a16="http://schemas.microsoft.com/office/drawing/2014/main" id="{29674036-14EC-4F75-862D-59589045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Train registered residuals</a:t>
            </a:r>
          </a:p>
        </p:txBody>
      </p:sp>
      <p:sp>
        <p:nvSpPr>
          <p:cNvPr id="14" name="p-body-02">
            <a:extLst xmlns:a="http://schemas.openxmlformats.org/drawingml/2006/main">
              <a:ext uri="{FF2B5EF4-FFF2-40B4-BE49-F238E27FC236}">
                <a16:creationId xmlns:a16="http://schemas.microsoft.com/office/drawing/2014/main" id="{4193FD28-CF96-4C57-8A5E-A1F44AB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Systems 01–06 × 3 seeds</a:t>
            </a:r>
          </a:p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qualified base frozen • same data/text/optimizer</a:t>
            </a:r>
          </a:p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18 residual runs; sealed test remains unopened</a:t>
            </a:r>
          </a:p>
        </p:txBody>
      </p:sp>
      <p:sp>
        <p:nvSpPr>
          <p:cNvPr id="15" name="p-card-03">
            <a:extLst xmlns:a="http://schemas.openxmlformats.org/drawingml/2006/main">
              <a:ext uri="{FF2B5EF4-FFF2-40B4-BE49-F238E27FC236}">
                <a16:creationId xmlns:a16="http://schemas.microsoft.com/office/drawing/2014/main" id="{D64F122B-AE02-4645-8F60-B19798B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E8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p-num-03">
            <a:extLst xmlns:a="http://schemas.openxmlformats.org/drawingml/2006/main">
              <a:ext uri="{FF2B5EF4-FFF2-40B4-BE49-F238E27FC236}">
                <a16:creationId xmlns:a16="http://schemas.microsoft.com/office/drawing/2014/main" id="{59A59DB3-C181-4338-824E-37A0F30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-head-03">
            <a:extLst xmlns:a="http://schemas.openxmlformats.org/drawingml/2006/main">
              <a:ext uri="{FF2B5EF4-FFF2-40B4-BE49-F238E27FC236}">
                <a16:creationId xmlns:a16="http://schemas.microsoft.com/office/drawing/2014/main" id="{13396624-3CE5-4143-9066-E948619D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Evaluate once, then review claims</a:t>
            </a:r>
          </a:p>
        </p:txBody>
      </p:sp>
      <p:sp>
        <p:nvSpPr>
          <p:cNvPr id="18" name="p-body-03">
            <a:extLst xmlns:a="http://schemas.openxmlformats.org/drawingml/2006/main">
              <a:ext uri="{FF2B5EF4-FFF2-40B4-BE49-F238E27FC236}">
                <a16:creationId xmlns:a16="http://schemas.microsoft.com/office/drawing/2014/main" id="{EBBAD0E3-91C8-42C6-A3F9-AE97B87D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7 systems • 21 score rows</a:t>
            </a:r>
          </a:p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100,000 source-cluster bootstrap draws</a:t>
            </a:r>
          </a:p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H1–H6 + Holm + integrity gates before prose</a:t>
            </a:r>
          </a:p>
        </p:txBody>
      </p:sp>
      <p:sp>
        <p:nvSpPr>
          <p:cNvPr id="19" name="p-metric-value-0">
            <a:extLst xmlns:a="http://schemas.openxmlformats.org/drawingml/2006/main">
              <a:ext uri="{FF2B5EF4-FFF2-40B4-BE49-F238E27FC236}">
                <a16:creationId xmlns:a16="http://schemas.microsoft.com/office/drawing/2014/main" id="{1F002D31-FAC0-44B9-8FEF-F6F49E7D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" name="p-metric-label-0">
            <a:extLst xmlns:a="http://schemas.openxmlformats.org/drawingml/2006/main">
              <a:ext uri="{FF2B5EF4-FFF2-40B4-BE49-F238E27FC236}">
                <a16:creationId xmlns:a16="http://schemas.microsoft.com/office/drawing/2014/main" id="{DA9E76B7-A3AB-4670-B142-1EA6F3B1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base runs</a:t>
            </a:r>
          </a:p>
        </p:txBody>
      </p:sp>
      <p:sp>
        <p:nvSpPr>
          <p:cNvPr id="21" name="p-metric-value-1">
            <a:extLst xmlns:a="http://schemas.openxmlformats.org/drawingml/2006/main">
              <a:ext uri="{FF2B5EF4-FFF2-40B4-BE49-F238E27FC236}">
                <a16:creationId xmlns:a16="http://schemas.microsoft.com/office/drawing/2014/main" id="{09CF9114-26CC-4090-97D0-A30EED67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29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2" name="p-metric-label-1">
            <a:extLst xmlns:a="http://schemas.openxmlformats.org/drawingml/2006/main">
              <a:ext uri="{FF2B5EF4-FFF2-40B4-BE49-F238E27FC236}">
                <a16:creationId xmlns:a16="http://schemas.microsoft.com/office/drawing/2014/main" id="{C69B19A5-736E-4C48-83E0-D5558028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residual runs</a:t>
            </a:r>
          </a:p>
        </p:txBody>
      </p:sp>
      <p:sp>
        <p:nvSpPr>
          <p:cNvPr id="23" name="p-metric-value-2">
            <a:extLst xmlns:a="http://schemas.openxmlformats.org/drawingml/2006/main">
              <a:ext uri="{FF2B5EF4-FFF2-40B4-BE49-F238E27FC236}">
                <a16:creationId xmlns:a16="http://schemas.microsoft.com/office/drawing/2014/main" id="{93268C9A-94B0-4023-8A34-F3E7DE96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29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100k</a:t>
            </a:r>
          </a:p>
        </p:txBody>
      </p:sp>
      <p:sp>
        <p:nvSpPr>
          <p:cNvPr id="24" name="p-metric-label-2">
            <a:extLst xmlns:a="http://schemas.openxmlformats.org/drawingml/2006/main">
              <a:ext uri="{FF2B5EF4-FFF2-40B4-BE49-F238E27FC236}">
                <a16:creationId xmlns:a16="http://schemas.microsoft.com/office/drawing/2014/main" id="{A5166064-6042-4B47-8F7C-1B30CE10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bootstrap draws</a:t>
            </a:r>
          </a:p>
        </p:txBody>
      </p:sp>
      <p:sp>
        <p:nvSpPr>
          <p:cNvPr id="25" name="p-metric-value-3">
            <a:extLst xmlns:a="http://schemas.openxmlformats.org/drawingml/2006/main">
              <a:ext uri="{FF2B5EF4-FFF2-40B4-BE49-F238E27FC236}">
                <a16:creationId xmlns:a16="http://schemas.microsoft.com/office/drawing/2014/main" id="{7805DCEB-A234-466C-97B6-E66ADE40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29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H1–H6</a:t>
            </a:r>
          </a:p>
        </p:txBody>
      </p:sp>
      <p:sp>
        <p:nvSpPr>
          <p:cNvPr id="26" name="p-metric-label-3">
            <a:extLst xmlns:a="http://schemas.openxmlformats.org/drawingml/2006/main">
              <a:ext uri="{FF2B5EF4-FFF2-40B4-BE49-F238E27FC236}">
                <a16:creationId xmlns:a16="http://schemas.microsoft.com/office/drawing/2014/main" id="{B61B9564-3982-4FC0-8404-9D5F21A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registered gates</a:t>
            </a:r>
          </a:p>
        </p:txBody>
      </p:sp>
      <p:sp>
        <p:nvSpPr>
          <p:cNvPr id="27" name="p-hold">
            <a:extLst xmlns:a="http://schemas.openxmlformats.org/drawingml/2006/main">
              <a:ext uri="{FF2B5EF4-FFF2-40B4-BE49-F238E27FC236}">
                <a16:creationId xmlns:a16="http://schemas.microsoft.com/office/drawing/2014/main" id="{97AF21D2-3B35-4EB8-9725-2E6958FD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31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317"/>
                </a:solidFill>
                <a:latin typeface="Arial"/>
                <a:ea typeface="Arial"/>
                <a:cs typeface="Arial"/>
              </a:rPr>
              <a:t>HOLD: no empirical value enters this deck before rights, runtime, execution, result, and claim gates pass.</a:t>
            </a:r>
          </a:p>
        </p:txBody>
      </p:sp>
      <p:sp>
        <p:nvSpPr>
          <p:cNvPr id="28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013221A5-A4CA-4F10-855C-A904D3C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53EBA53B-7F9F-4CB7-9538-B815BBCC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EDITABLE PAPER FIGURES • REGISTERED PROTOCOL • NO RESULT</a:t>
            </a:r>
          </a:p>
        </p:txBody>
      </p:sp>
      <p:sp>
        <p:nvSpPr>
          <p:cNvPr id="3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295991C3-F588-42AD-B3C6-03C9C1DD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0883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2026-08-24T14:43:09.4910000Z</dcterms:created>
  <dcterms:modified xsi:type="dcterms:W3CDTF">2026-08-24T14:43:09.4920000Z</dcterms:modified>
</coreProperties>
</file>