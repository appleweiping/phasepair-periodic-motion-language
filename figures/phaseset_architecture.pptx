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4533243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haseset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453324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Phaseset Architecture</dc:title>
  <dc:subject>PhaseSet paper figure; editable source is the matching .drawio file</dc:subject>
  <dc:creator/>
  <cp:keywords>PhaseSet, ICASSP, motion-language, draw.io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